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72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926080"/>
            <a:ext cx="5486400" cy="54864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Konfirmasi Janji Layanan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Kepercayaan Lewat Message Broker — Studi Pola Worker pada RabbitMQ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2011680" cy="411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Irvan Zuhaidi   ·   Muhammad Jihad   ·   Muh Afrizal Syafri Rizki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MP-11 · BPPK–Kemenkeu / ADINESIA 2026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354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448056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86000" y="45354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360" y="448056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023360" y="45354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448056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0288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60720" y="45354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77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"Pesan tidak boleh hilang, dan pengiriman ulang tidak boleh menggandakan hasil."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92608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292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926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&amp; Arsitektur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74980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message broker, dan bagaimana sistemnya bekerja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MP-11 · A09 Konfirmasi Janji Layanan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F172A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1399032"/>
            <a:ext cx="365760" cy="365760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137160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160020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Reservasi tak bisa menunggu konfirmasi selesai.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23444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F172A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1399032"/>
            <a:ext cx="365760" cy="36576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44568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✦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56632" y="137160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56632" y="160020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Titipkan event ke broker, proses konfirmasi belakangan.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123444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F172A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39328" y="1399032"/>
            <a:ext cx="365760" cy="36576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39328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◎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51392" y="137160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51392" y="160020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— satu queue, satu consumer, sekali proses.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9152"/>
            <a:ext cx="112471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F172A">
                <a:alpha val="10000"/>
              </a:srgbClr>
            </a:outerShdw>
          </a:effectLst>
        </p:spPr>
      </p:sp>
      <p:pic>
        <p:nvPicPr>
          <p:cNvPr id="25" name="Image 0" descr="/home/claude/diagrams/1-arsitektur-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3972" y="2468880"/>
            <a:ext cx="8533576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92608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292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926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Kunci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74980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mekanisme yang menjamin keandalan sistem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MP-11 · A09 Konfirmasi Janji Layanan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3611880" cy="4709160"/>
          </a:xfrm>
          <a:prstGeom prst="roundRect">
            <a:avLst>
              <a:gd name="adj" fmla="val 2278"/>
            </a:avLst>
          </a:prstGeom>
          <a:solidFill>
            <a:srgbClr val="12172B"/>
          </a:solidFill>
          <a:ln/>
          <a:effectLst>
            <a:outerShdw sx="100000" sy="100000" kx="0" ky="0" algn="bl" rotWithShape="0" blurRad="76200" dist="38100" dir="162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1463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&amp; IDEMPOTENCY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0B0F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84708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"event_id": "run01-N01",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"event_type": "appointment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.booked",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"payload": {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"appointment_id": "APT-001",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"slot": "2026-09-28T09:00"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3355848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0B0F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1985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... VALUES (...)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CONFLICT (event_id)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NOTHING;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4178808"/>
            <a:ext cx="329184" cy="329184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178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97864" y="4151376"/>
            <a:ext cx="2642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rowCount=1 → baru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379976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636008"/>
            <a:ext cx="329184" cy="329184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636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97864" y="4608576"/>
            <a:ext cx="2642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rowCount=0 → duplikat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97864" y="4837176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1846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stabil = kunci idempotency. slot disimpan TEXT agar persis seperti input.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1298448"/>
            <a:ext cx="3611880" cy="47091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F172A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434840" y="1463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KEPUTUSAN WORKER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182880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348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179222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Field Wajib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20482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appointment_id → rejected, ack tanpa requeue.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434840" y="2816352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34840" y="2816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27797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Atomik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30358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DO NOTHING → satu event, satu receipt.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434840" y="3803904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3484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37673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Setelah Commit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4023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buang pesan setelah DB benar-benar menyimpan.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434840" y="4791456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434840" y="4791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892040" y="47548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rowCount Menentukan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892040" y="50109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baru tersimpan, 0 = duplikat (U3), keduanya di-ack.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7955280" y="1298448"/>
            <a:ext cx="3611880" cy="4709160"/>
          </a:xfrm>
          <a:prstGeom prst="roundRect">
            <a:avLst>
              <a:gd name="adj" fmla="val 2278"/>
            </a:avLst>
          </a:prstGeom>
          <a:solidFill>
            <a:srgbClr val="1C23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16200000">
              <a:srgbClr val="0F172A">
                <a:alpha val="10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8183880" y="1463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 ERROR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83880" y="1828800"/>
            <a:ext cx="3154680" cy="1737360"/>
          </a:xfrm>
          <a:prstGeom prst="roundRect">
            <a:avLst>
              <a:gd name="adj" fmla="val 3158"/>
            </a:avLst>
          </a:prstGeom>
          <a:solidFill>
            <a:srgbClr val="2A10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21040" y="19385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PESAN BURUK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321040" y="2212848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X01 tanpa appointment_id atau JSON rusak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INSERT ke tabel rejected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ack() (TANPA requeue)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worker lanjut proses berikutnya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83880" y="3721608"/>
            <a:ext cx="3154680" cy="1737360"/>
          </a:xfrm>
          <a:prstGeom prst="roundRect">
            <a:avLst>
              <a:gd name="adj" fmla="val 3158"/>
            </a:avLst>
          </a:prstGeom>
          <a:solidFill>
            <a:srgbClr val="2A241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0" y="383133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ERROR LINGKUNGAN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4105656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mati atau koneksi terputus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nack(msg, false, 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requeue ke broker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diproses ulang saat pulih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183880" y="552297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Pembedaan ini krusial — tanpanya, pesan buruk bisa berputar tanpa henti di queue.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92608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292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926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Pengujian U1–U4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74980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skenario, empat bukti — semua tercapai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MP-11 · A09 Konfirmasi Janji Layanan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60604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  <a:gridCol w="2743200"/>
                <a:gridCol w="26517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Kirim N01–N20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receipt unik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receipt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Gangguan + G01–G05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Ready=5, lalu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receipt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N01–N05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receipt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X01 + V01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X01 rejected, 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+ 1 rejected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251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2172B"/>
          </a:solidFill>
          <a:ln/>
          <a:effectLst>
            <a:outerShdw sx="100000" sy="100000" kx="0" ky="0" algn="bl" rotWithShape="0" blurRad="76200" dist="38100" dir="162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31620" y="4434840"/>
            <a:ext cx="640080" cy="640080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5316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389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577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receipt unik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akhir U4)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37560" y="4251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2172B"/>
          </a:solidFill>
          <a:ln/>
          <a:effectLst>
            <a:outerShdw sx="100000" sy="100000" kx="0" ky="0" algn="bl" rotWithShape="0" blurRad="76200" dist="38100" dir="16200000">
              <a:srgbClr val="0F172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20540" y="4434840"/>
            <a:ext cx="640080" cy="640080"/>
          </a:xfrm>
          <a:prstGeom prst="ellipse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32054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✕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3337560" y="51389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3429000" y="5577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 tabel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(X01)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0" y="4251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2172B"/>
          </a:solidFill>
          <a:ln/>
          <a:effectLst>
            <a:outerShdw sx="100000" sy="100000" kx="0" ky="0" algn="bl" rotWithShape="0" blurRad="76200" dist="38100" dir="16200000">
              <a:srgbClr val="0F172A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109460" y="4434840"/>
            <a:ext cx="640080" cy="640080"/>
          </a:xfrm>
          <a:prstGeom prst="ellipse">
            <a:avLst/>
          </a:prstGeom>
          <a:solidFill>
            <a:srgbClr val="F97316">
              <a:alpha val="80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0946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●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51389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217920" y="5577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hilang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gangguan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915400" y="4251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2172B"/>
          </a:solidFill>
          <a:ln/>
          <a:effectLst>
            <a:outerShdw sx="100000" sy="100000" kx="0" ky="0" algn="bl" rotWithShape="0" blurRad="76200" dist="38100" dir="16200000">
              <a:srgbClr val="0F172A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898380" y="4434840"/>
            <a:ext cx="640080" cy="64008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89838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↻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8915400" y="51389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5577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diabaikan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U3 (idempotency)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72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92608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292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926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Properti yang Membentuk Sistem Andal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74980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implementasi A09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MP-11 · A09 Konfirmasi Janji Layanan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1C234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536192"/>
            <a:ext cx="457200" cy="45720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●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194560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20574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+ queue durable, pesan persistent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017520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28803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Bukti: U2 — 5 pesan bertahan saat worker mati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32588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1C23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36192"/>
            <a:ext cx="457200" cy="45720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↻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17720" y="2194560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20574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ack setelah DB commit, nack+requeue untuk error lingkungan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017520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28803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Bukti: U2 — G01–G05 diproses otomatis saat pulih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132588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1C23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6760" y="1536192"/>
            <a:ext cx="457200" cy="45720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6676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◎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12480" y="2194560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41080" y="20574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DO NOTHING, event_id sebagai kunci unik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12480" y="3017520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28803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Bukti: U3 — count tetap 25 setelah replay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A1F1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7731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IMPLEMENTASI: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477316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(bukan exactly-once)  ·  celah request→publish tanpa pola outbox  ·  uji terbatas pada gangguan consumer, bukan broker/DB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41324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54864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properti di atas bekerja bersama membentuk sistem yang andal, dalam batas yang jujur dan terdokumentasi.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2026-09-24T16:40:12Z</dcterms:created>
  <dcterms:modified xsi:type="dcterms:W3CDTF">2026-09-24T16:40:12Z</dcterms:modified>
</cp:coreProperties>
</file>